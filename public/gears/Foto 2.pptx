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1" r:id="rId5"/>
    <p:sldId id="258" r:id="rId6"/>
    <p:sldId id="259" r:id="rId7"/>
  </p:sldIdLst>
  <p:sldSz cx="7200900" cy="7200900"/>
  <p:notesSz cx="9144000" cy="6858000"/>
  <p:defaultTextStyle>
    <a:defPPr>
      <a:defRPr lang="es-MX"/>
    </a:defPPr>
    <a:lvl1pPr marL="0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35430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70862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06292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41724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77154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12585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48016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83447" algn="l" defTabSz="870862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>
          <p15:clr>
            <a:srgbClr val="A4A3A4"/>
          </p15:clr>
        </p15:guide>
        <p15:guide id="2" pos="226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C31"/>
    <a:srgbClr val="009644"/>
    <a:srgbClr val="022FAE"/>
    <a:srgbClr val="81E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104" y="60"/>
      </p:cViewPr>
      <p:guideLst>
        <p:guide orient="horz" pos="2268"/>
        <p:guide pos="22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40068" y="2236948"/>
            <a:ext cx="6120765" cy="154352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80136" y="4080511"/>
            <a:ext cx="5040630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35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70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0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741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612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0480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4834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2583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354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68821" y="4627247"/>
            <a:ext cx="6120765" cy="1430178"/>
          </a:xfrm>
        </p:spPr>
        <p:txBody>
          <a:bodyPr anchor="t"/>
          <a:lstStyle>
            <a:lvl1pPr algn="l">
              <a:defRPr sz="38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68821" y="3052050"/>
            <a:ext cx="6120765" cy="1575196"/>
          </a:xfrm>
        </p:spPr>
        <p:txBody>
          <a:bodyPr anchor="b"/>
          <a:lstStyle>
            <a:lvl1pPr marL="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1pPr>
            <a:lvl2pPr marL="43543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8708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0629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74172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17715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61258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304801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48344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7843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60045" y="1680211"/>
            <a:ext cx="3180398" cy="4752261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660458" y="1680211"/>
            <a:ext cx="3180398" cy="4752261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23187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60046" y="1611870"/>
            <a:ext cx="3181648" cy="671750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5430" indent="0">
              <a:buNone/>
              <a:defRPr sz="1900" b="1"/>
            </a:lvl2pPr>
            <a:lvl3pPr marL="870862" indent="0">
              <a:buNone/>
              <a:defRPr sz="1700" b="1"/>
            </a:lvl3pPr>
            <a:lvl4pPr marL="1306292" indent="0">
              <a:buNone/>
              <a:defRPr sz="1600" b="1"/>
            </a:lvl4pPr>
            <a:lvl5pPr marL="1741724" indent="0">
              <a:buNone/>
              <a:defRPr sz="1600" b="1"/>
            </a:lvl5pPr>
            <a:lvl6pPr marL="2177154" indent="0">
              <a:buNone/>
              <a:defRPr sz="1600" b="1"/>
            </a:lvl6pPr>
            <a:lvl7pPr marL="2612585" indent="0">
              <a:buNone/>
              <a:defRPr sz="1600" b="1"/>
            </a:lvl7pPr>
            <a:lvl8pPr marL="3048016" indent="0">
              <a:buNone/>
              <a:defRPr sz="1600" b="1"/>
            </a:lvl8pPr>
            <a:lvl9pPr marL="3483447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60046" y="2283619"/>
            <a:ext cx="3181648" cy="4148852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657958" y="1611870"/>
            <a:ext cx="3182898" cy="671750"/>
          </a:xfrm>
        </p:spPr>
        <p:txBody>
          <a:bodyPr anchor="b"/>
          <a:lstStyle>
            <a:lvl1pPr marL="0" indent="0">
              <a:buNone/>
              <a:defRPr sz="2300" b="1"/>
            </a:lvl1pPr>
            <a:lvl2pPr marL="435430" indent="0">
              <a:buNone/>
              <a:defRPr sz="1900" b="1"/>
            </a:lvl2pPr>
            <a:lvl3pPr marL="870862" indent="0">
              <a:buNone/>
              <a:defRPr sz="1700" b="1"/>
            </a:lvl3pPr>
            <a:lvl4pPr marL="1306292" indent="0">
              <a:buNone/>
              <a:defRPr sz="1600" b="1"/>
            </a:lvl4pPr>
            <a:lvl5pPr marL="1741724" indent="0">
              <a:buNone/>
              <a:defRPr sz="1600" b="1"/>
            </a:lvl5pPr>
            <a:lvl6pPr marL="2177154" indent="0">
              <a:buNone/>
              <a:defRPr sz="1600" b="1"/>
            </a:lvl6pPr>
            <a:lvl7pPr marL="2612585" indent="0">
              <a:buNone/>
              <a:defRPr sz="1600" b="1"/>
            </a:lvl7pPr>
            <a:lvl8pPr marL="3048016" indent="0">
              <a:buNone/>
              <a:defRPr sz="1600" b="1"/>
            </a:lvl8pPr>
            <a:lvl9pPr marL="3483447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657958" y="2283619"/>
            <a:ext cx="3182898" cy="4148852"/>
          </a:xfrm>
        </p:spPr>
        <p:txBody>
          <a:bodyPr/>
          <a:lstStyle>
            <a:lvl1pPr>
              <a:defRPr sz="23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802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1816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964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60047" y="286703"/>
            <a:ext cx="2369046" cy="1220153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815352" y="286704"/>
            <a:ext cx="4025503" cy="6145769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3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60047" y="1506856"/>
            <a:ext cx="2369046" cy="4925616"/>
          </a:xfrm>
        </p:spPr>
        <p:txBody>
          <a:bodyPr/>
          <a:lstStyle>
            <a:lvl1pPr marL="0" indent="0">
              <a:buNone/>
              <a:defRPr sz="1300"/>
            </a:lvl1pPr>
            <a:lvl2pPr marL="435430" indent="0">
              <a:buNone/>
              <a:defRPr sz="1100"/>
            </a:lvl2pPr>
            <a:lvl3pPr marL="870862" indent="0">
              <a:buNone/>
              <a:defRPr sz="1000"/>
            </a:lvl3pPr>
            <a:lvl4pPr marL="1306292" indent="0">
              <a:buNone/>
              <a:defRPr sz="900"/>
            </a:lvl4pPr>
            <a:lvl5pPr marL="1741724" indent="0">
              <a:buNone/>
              <a:defRPr sz="900"/>
            </a:lvl5pPr>
            <a:lvl6pPr marL="2177154" indent="0">
              <a:buNone/>
              <a:defRPr sz="900"/>
            </a:lvl6pPr>
            <a:lvl7pPr marL="2612585" indent="0">
              <a:buNone/>
              <a:defRPr sz="900"/>
            </a:lvl7pPr>
            <a:lvl8pPr marL="3048016" indent="0">
              <a:buNone/>
              <a:defRPr sz="900"/>
            </a:lvl8pPr>
            <a:lvl9pPr marL="3483447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636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11426" y="5040629"/>
            <a:ext cx="4320540" cy="595075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411426" y="643415"/>
            <a:ext cx="4320540" cy="4320540"/>
          </a:xfrm>
        </p:spPr>
        <p:txBody>
          <a:bodyPr/>
          <a:lstStyle>
            <a:lvl1pPr marL="0" indent="0">
              <a:buNone/>
              <a:defRPr sz="3000"/>
            </a:lvl1pPr>
            <a:lvl2pPr marL="435430" indent="0">
              <a:buNone/>
              <a:defRPr sz="2700"/>
            </a:lvl2pPr>
            <a:lvl3pPr marL="870862" indent="0">
              <a:buNone/>
              <a:defRPr sz="2300"/>
            </a:lvl3pPr>
            <a:lvl4pPr marL="1306292" indent="0">
              <a:buNone/>
              <a:defRPr sz="1900"/>
            </a:lvl4pPr>
            <a:lvl5pPr marL="1741724" indent="0">
              <a:buNone/>
              <a:defRPr sz="1900"/>
            </a:lvl5pPr>
            <a:lvl6pPr marL="2177154" indent="0">
              <a:buNone/>
              <a:defRPr sz="1900"/>
            </a:lvl6pPr>
            <a:lvl7pPr marL="2612585" indent="0">
              <a:buNone/>
              <a:defRPr sz="1900"/>
            </a:lvl7pPr>
            <a:lvl8pPr marL="3048016" indent="0">
              <a:buNone/>
              <a:defRPr sz="1900"/>
            </a:lvl8pPr>
            <a:lvl9pPr marL="3483447" indent="0">
              <a:buNone/>
              <a:defRPr sz="19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411426" y="5635705"/>
            <a:ext cx="4320540" cy="845105"/>
          </a:xfrm>
        </p:spPr>
        <p:txBody>
          <a:bodyPr/>
          <a:lstStyle>
            <a:lvl1pPr marL="0" indent="0">
              <a:buNone/>
              <a:defRPr sz="1300"/>
            </a:lvl1pPr>
            <a:lvl2pPr marL="435430" indent="0">
              <a:buNone/>
              <a:defRPr sz="1100"/>
            </a:lvl2pPr>
            <a:lvl3pPr marL="870862" indent="0">
              <a:buNone/>
              <a:defRPr sz="1000"/>
            </a:lvl3pPr>
            <a:lvl4pPr marL="1306292" indent="0">
              <a:buNone/>
              <a:defRPr sz="900"/>
            </a:lvl4pPr>
            <a:lvl5pPr marL="1741724" indent="0">
              <a:buNone/>
              <a:defRPr sz="900"/>
            </a:lvl5pPr>
            <a:lvl6pPr marL="2177154" indent="0">
              <a:buNone/>
              <a:defRPr sz="900"/>
            </a:lvl6pPr>
            <a:lvl7pPr marL="2612585" indent="0">
              <a:buNone/>
              <a:defRPr sz="900"/>
            </a:lvl7pPr>
            <a:lvl8pPr marL="3048016" indent="0">
              <a:buNone/>
              <a:defRPr sz="900"/>
            </a:lvl8pPr>
            <a:lvl9pPr marL="3483447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8554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3124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5220652" y="288371"/>
            <a:ext cx="1620203" cy="6144102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60046" y="288371"/>
            <a:ext cx="4740592" cy="6144102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744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60046" y="288370"/>
            <a:ext cx="6480810" cy="1200150"/>
          </a:xfrm>
          <a:prstGeom prst="rect">
            <a:avLst/>
          </a:prstGeom>
        </p:spPr>
        <p:txBody>
          <a:bodyPr vert="horz" lIns="87086" tIns="43543" rIns="87086" bIns="43543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60046" y="1680211"/>
            <a:ext cx="6480810" cy="4752261"/>
          </a:xfrm>
          <a:prstGeom prst="rect">
            <a:avLst/>
          </a:prstGeom>
        </p:spPr>
        <p:txBody>
          <a:bodyPr vert="horz" lIns="87086" tIns="43543" rIns="87086" bIns="43543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60045" y="6674169"/>
            <a:ext cx="1680211" cy="383382"/>
          </a:xfrm>
          <a:prstGeom prst="rect">
            <a:avLst/>
          </a:prstGeom>
        </p:spPr>
        <p:txBody>
          <a:bodyPr vert="horz" lIns="87086" tIns="43543" rIns="87086" bIns="43543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E6F6C-27A7-4463-9D19-3D3D8FEAE369}" type="datetimeFigureOut">
              <a:rPr lang="es-MX" smtClean="0"/>
              <a:t>02/10/2024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460308" y="6674169"/>
            <a:ext cx="2280285" cy="383382"/>
          </a:xfrm>
          <a:prstGeom prst="rect">
            <a:avLst/>
          </a:prstGeom>
        </p:spPr>
        <p:txBody>
          <a:bodyPr vert="horz" lIns="87086" tIns="43543" rIns="87086" bIns="43543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5160645" y="6674169"/>
            <a:ext cx="1680211" cy="383382"/>
          </a:xfrm>
          <a:prstGeom prst="rect">
            <a:avLst/>
          </a:prstGeom>
        </p:spPr>
        <p:txBody>
          <a:bodyPr vert="horz" lIns="87086" tIns="43543" rIns="87086" bIns="43543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3E692-6B90-453E-9FF3-946CB81F91C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680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70862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6573" indent="-326573" algn="l" defTabSz="870862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07575" indent="-272144" algn="l" defTabSz="870862" rtl="0" eaLnBrk="1" latinLnBrk="0" hangingPunct="1">
        <a:spcBef>
          <a:spcPct val="20000"/>
        </a:spcBef>
        <a:buFont typeface="Arial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77" indent="-217716" algn="l" defTabSz="870862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24008" indent="-217716" algn="l" defTabSz="870862" rtl="0" eaLnBrk="1" latinLnBrk="0" hangingPunct="1">
        <a:spcBef>
          <a:spcPct val="20000"/>
        </a:spcBef>
        <a:buFont typeface="Arial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59438" indent="-217716" algn="l" defTabSz="870862" rtl="0" eaLnBrk="1" latinLnBrk="0" hangingPunct="1">
        <a:spcBef>
          <a:spcPct val="20000"/>
        </a:spcBef>
        <a:buFont typeface="Arial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870" indent="-217716" algn="l" defTabSz="87086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30300" indent="-217716" algn="l" defTabSz="87086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65731" indent="-217716" algn="l" defTabSz="87086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701162" indent="-217716" algn="l" defTabSz="87086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5430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70862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6292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41724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77154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12585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48016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83447" algn="l" defTabSz="870862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2.png"/><Relationship Id="rId7" Type="http://schemas.openxmlformats.org/officeDocument/2006/relationships/image" Target="../media/image1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16 Grupo"/>
          <p:cNvGrpSpPr/>
          <p:nvPr/>
        </p:nvGrpSpPr>
        <p:grpSpPr>
          <a:xfrm>
            <a:off x="1" y="86685"/>
            <a:ext cx="7200900" cy="7103899"/>
            <a:chOff x="0" y="82556"/>
            <a:chExt cx="9144000" cy="6765618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5" t="24802" r="8642" b="25187"/>
            <a:stretch/>
          </p:blipFill>
          <p:spPr bwMode="auto">
            <a:xfrm>
              <a:off x="3792544" y="297505"/>
              <a:ext cx="2134977" cy="771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7 Imagen" descr="Imagen relacionada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04" y="184861"/>
              <a:ext cx="1728192" cy="9968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41" t="8914" r="26154" b="-1958"/>
            <a:stretch/>
          </p:blipFill>
          <p:spPr bwMode="auto">
            <a:xfrm>
              <a:off x="6876256" y="2240635"/>
              <a:ext cx="1957794" cy="1904400"/>
            </a:xfrm>
            <a:prstGeom prst="rect">
              <a:avLst/>
            </a:prstGeom>
            <a:ln w="76200" cap="sq" cmpd="dbl">
              <a:solidFill>
                <a:srgbClr val="006C31"/>
              </a:solidFill>
              <a:prstDash val="sysDot"/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4" name="3 Imagen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939" b="15217"/>
            <a:stretch/>
          </p:blipFill>
          <p:spPr>
            <a:xfrm>
              <a:off x="218158" y="2240821"/>
              <a:ext cx="1908000" cy="1904028"/>
            </a:xfrm>
            <a:prstGeom prst="rect">
              <a:avLst/>
            </a:prstGeom>
            <a:ln w="76200" cap="sq" cmpd="dbl">
              <a:solidFill>
                <a:srgbClr val="006C31"/>
              </a:solidFill>
              <a:prstDash val="sysDot"/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5" name="4 Imagen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7524" y="2241485"/>
              <a:ext cx="1908000" cy="1902700"/>
            </a:xfrm>
            <a:prstGeom prst="rect">
              <a:avLst/>
            </a:prstGeom>
            <a:ln w="76200" cap="sq" cmpd="dbl">
              <a:solidFill>
                <a:srgbClr val="006C31"/>
              </a:solidFill>
              <a:prstDash val="sysDot"/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</p:spPr>
        </p:pic>
        <p:pic>
          <p:nvPicPr>
            <p:cNvPr id="6" name="5 Imagen" descr="C:\Users\Eustolia\Documents\ITSLibres verde.jpg"/>
            <p:cNvPicPr/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4368" y="82556"/>
              <a:ext cx="1130300" cy="12014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1 CuadroTexto"/>
            <p:cNvSpPr txBox="1"/>
            <p:nvPr/>
          </p:nvSpPr>
          <p:spPr>
            <a:xfrm>
              <a:off x="323528" y="1383159"/>
              <a:ext cx="8676457" cy="76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300" dirty="0">
                  <a:latin typeface="Arial Black" pitchFamily="34" charset="0"/>
                </a:rPr>
                <a:t>INSTITUTO TECNOLÓGICO SUPERIOR DE LIBRES</a:t>
              </a:r>
            </a:p>
          </p:txBody>
        </p:sp>
        <p:sp>
          <p:nvSpPr>
            <p:cNvPr id="3" name="2 CuadroTexto"/>
            <p:cNvSpPr txBox="1"/>
            <p:nvPr/>
          </p:nvSpPr>
          <p:spPr>
            <a:xfrm>
              <a:off x="2411760" y="1668870"/>
              <a:ext cx="4176464" cy="335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Ingeniería en Sistemas Computacionales</a:t>
              </a:r>
              <a:endParaRPr lang="es-MX" b="1" dirty="0">
                <a:solidFill>
                  <a:srgbClr val="022FAE"/>
                </a:solidFill>
                <a:latin typeface="Bahnschrift Condensed" pitchFamily="34" charset="0"/>
              </a:endParaRP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2519772" y="5229200"/>
              <a:ext cx="4176464" cy="335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 smtClean="0">
                  <a:latin typeface="Bahnschrift Condensed" pitchFamily="34" charset="0"/>
                </a:rPr>
                <a:t>Equipo:</a:t>
              </a: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827584" y="5517232"/>
              <a:ext cx="7560841" cy="64218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s-MX" sz="3800" b="1" cap="all" dirty="0">
                  <a:ln w="0"/>
                  <a:solidFill>
                    <a:srgbClr val="022FAE"/>
                  </a:solidFill>
                  <a:effectLst>
                    <a:reflection blurRad="12700" stA="50000" endPos="50000" dist="5000" dir="5400000" sy="-100000" rotWithShape="0"/>
                  </a:effectLst>
                  <a:latin typeface="Snap ITC" pitchFamily="82" charset="0"/>
                </a:rPr>
                <a:t>SYSTEMS GIRLS</a:t>
              </a: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192826" y="4259760"/>
              <a:ext cx="1958664" cy="586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Daniel Hernández López</a:t>
              </a:r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2420637" y="4259760"/>
              <a:ext cx="1958664" cy="586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Brandon Valadez Ortega</a:t>
              </a: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6876256" y="4259760"/>
              <a:ext cx="1958664" cy="837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Coach: </a:t>
              </a:r>
            </a:p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Angelina Leal Alvarado</a:t>
              </a: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4648445" y="4259760"/>
              <a:ext cx="1958664" cy="586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Carlos Manuel Esperilla Jerónimo</a:t>
              </a:r>
            </a:p>
          </p:txBody>
        </p:sp>
        <p:sp>
          <p:nvSpPr>
            <p:cNvPr id="19" name="18 Triángulo rectángulo"/>
            <p:cNvSpPr/>
            <p:nvPr/>
          </p:nvSpPr>
          <p:spPr>
            <a:xfrm>
              <a:off x="0" y="5557882"/>
              <a:ext cx="2126158" cy="1290292"/>
            </a:xfrm>
            <a:prstGeom prst="rtTriangle">
              <a:avLst/>
            </a:prstGeom>
            <a:solidFill>
              <a:srgbClr val="022FAE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1" name="20 Triángulo rectángulo"/>
            <p:cNvSpPr/>
            <p:nvPr/>
          </p:nvSpPr>
          <p:spPr>
            <a:xfrm flipH="1">
              <a:off x="7017842" y="5557882"/>
              <a:ext cx="2126158" cy="1290292"/>
            </a:xfrm>
            <a:prstGeom prst="rtTriangle">
              <a:avLst/>
            </a:prstGeom>
            <a:solidFill>
              <a:srgbClr val="022FAE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20" name="Picture 2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3" b="16562"/>
            <a:stretch/>
          </p:blipFill>
          <p:spPr bwMode="auto">
            <a:xfrm>
              <a:off x="4656890" y="2231817"/>
              <a:ext cx="1908000" cy="1922036"/>
            </a:xfrm>
            <a:prstGeom prst="rect">
              <a:avLst/>
            </a:prstGeom>
            <a:ln w="76200" cap="sq" cmpd="dbl">
              <a:solidFill>
                <a:srgbClr val="006C31"/>
              </a:solidFill>
              <a:prstDash val="sysDot"/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018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1" y="86685"/>
            <a:ext cx="7200899" cy="7103897"/>
            <a:chOff x="1" y="86685"/>
            <a:chExt cx="7200899" cy="7103897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5" t="24802" r="8642" b="25187"/>
            <a:stretch/>
          </p:blipFill>
          <p:spPr bwMode="auto">
            <a:xfrm>
              <a:off x="2986628" y="194105"/>
              <a:ext cx="1681294" cy="810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7 Imagen" descr="Imagen relacionada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0" y="194105"/>
              <a:ext cx="1360951" cy="1046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41" t="8914" r="26154" b="-1958"/>
            <a:stretch/>
          </p:blipFill>
          <p:spPr bwMode="auto">
            <a:xfrm>
              <a:off x="5415052" y="2352667"/>
              <a:ext cx="1541763" cy="1999619"/>
            </a:xfrm>
            <a:prstGeom prst="rect">
              <a:avLst/>
            </a:prstGeom>
            <a:ln w="76200" cap="sq" cmpd="dbl">
              <a:solidFill>
                <a:srgbClr val="006C31"/>
              </a:solidFill>
              <a:prstDash val="sysDot"/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6" name="5 Imagen" descr="C:\Users\Eustolia\Documents\ITSLibres verde.jpg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8940" y="86685"/>
              <a:ext cx="890111" cy="10357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1 CuadroTexto"/>
            <p:cNvSpPr txBox="1"/>
            <p:nvPr/>
          </p:nvSpPr>
          <p:spPr>
            <a:xfrm>
              <a:off x="216074" y="1486272"/>
              <a:ext cx="6832710" cy="36493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sz="1800" dirty="0">
                  <a:latin typeface="Arial Black" pitchFamily="34" charset="0"/>
                </a:rPr>
                <a:t>INSTITUTO TECNOLÓGICO SUPERIOR DE LIBRES</a:t>
              </a:r>
            </a:p>
          </p:txBody>
        </p:sp>
        <p:sp>
          <p:nvSpPr>
            <p:cNvPr id="3" name="2 CuadroTexto"/>
            <p:cNvSpPr txBox="1"/>
            <p:nvPr/>
          </p:nvSpPr>
          <p:spPr>
            <a:xfrm>
              <a:off x="1899261" y="1948713"/>
              <a:ext cx="3288965" cy="355593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Ingeniería en Sistemas Computacionales</a:t>
              </a:r>
              <a:endParaRPr lang="es-MX" b="1" dirty="0">
                <a:solidFill>
                  <a:srgbClr val="022FAE"/>
                </a:solidFill>
                <a:latin typeface="Bahnschrift Condensed" pitchFamily="34" charset="0"/>
              </a:endParaRP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1984321" y="5490661"/>
              <a:ext cx="3288965" cy="355593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latin typeface="Bahnschrift Condensed" pitchFamily="34" charset="0"/>
                </a:rPr>
                <a:t>Equipo:</a:t>
              </a: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651723" y="5793094"/>
              <a:ext cx="5954162" cy="674291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s-MX" sz="3800" b="1" cap="all" dirty="0">
                  <a:ln w="0"/>
                  <a:solidFill>
                    <a:srgbClr val="009644"/>
                  </a:solidFill>
                  <a:effectLst>
                    <a:reflection blurRad="12700" stA="50000" endPos="50000" dist="5000" dir="5400000" sy="-100000" rotWithShape="0"/>
                  </a:effectLst>
                  <a:latin typeface="Snap ITC" pitchFamily="82" charset="0"/>
                </a:rPr>
                <a:t>SYSTEMS GIRLS</a:t>
              </a: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151851" y="4472750"/>
              <a:ext cx="1542448" cy="62324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Michel Betancourt López</a:t>
              </a:r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1906252" y="4472750"/>
              <a:ext cx="1542448" cy="62324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Dulce María Rodríguez Romero</a:t>
              </a: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5415052" y="4472748"/>
              <a:ext cx="1542448" cy="890898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Angelina Leal Alvarado</a:t>
              </a:r>
            </a:p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Coach</a:t>
              </a: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3660652" y="4472750"/>
              <a:ext cx="1542448" cy="62324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Karina Jaqueline Silva Martínez</a:t>
              </a:r>
            </a:p>
          </p:txBody>
        </p:sp>
        <p:sp>
          <p:nvSpPr>
            <p:cNvPr id="19" name="18 Triángulo rectángulo"/>
            <p:cNvSpPr/>
            <p:nvPr/>
          </p:nvSpPr>
          <p:spPr>
            <a:xfrm>
              <a:off x="1" y="5835776"/>
              <a:ext cx="1674349" cy="1354806"/>
            </a:xfrm>
            <a:prstGeom prst="rtTriangle">
              <a:avLst/>
            </a:prstGeom>
            <a:solidFill>
              <a:srgbClr val="0096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7086" tIns="43543" rIns="87086" bIns="43543" rtlCol="0" anchor="ctr"/>
            <a:lstStyle/>
            <a:p>
              <a:pPr algn="ctr"/>
              <a:endParaRPr lang="es-MX"/>
            </a:p>
          </p:txBody>
        </p:sp>
        <p:sp>
          <p:nvSpPr>
            <p:cNvPr id="21" name="20 Triángulo rectángulo"/>
            <p:cNvSpPr/>
            <p:nvPr/>
          </p:nvSpPr>
          <p:spPr>
            <a:xfrm flipH="1">
              <a:off x="5526551" y="5835776"/>
              <a:ext cx="1674349" cy="1354806"/>
            </a:xfrm>
            <a:prstGeom prst="rtTriangle">
              <a:avLst/>
            </a:prstGeom>
            <a:solidFill>
              <a:srgbClr val="0096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7086" tIns="43543" rIns="87086" bIns="43543" rtlCol="0" anchor="ctr"/>
            <a:lstStyle/>
            <a:p>
              <a:pPr algn="ctr"/>
              <a:endParaRPr lang="es-MX"/>
            </a:p>
          </p:txBody>
        </p:sp>
        <p:pic>
          <p:nvPicPr>
            <p:cNvPr id="9" name="8 Imagen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54"/>
            <a:stretch/>
          </p:blipFill>
          <p:spPr>
            <a:xfrm>
              <a:off x="2069701" y="2412932"/>
              <a:ext cx="1215547" cy="2011386"/>
            </a:xfrm>
            <a:prstGeom prst="rect">
              <a:avLst/>
            </a:prstGeom>
            <a:ln w="76200" cmpd="dbl">
              <a:solidFill>
                <a:srgbClr val="009644"/>
              </a:solidFill>
              <a:prstDash val="sysDot"/>
            </a:ln>
          </p:spPr>
        </p:pic>
        <p:pic>
          <p:nvPicPr>
            <p:cNvPr id="10" name="9 Imagen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7248"/>
            <a:stretch/>
          </p:blipFill>
          <p:spPr>
            <a:xfrm>
              <a:off x="3827275" y="2424697"/>
              <a:ext cx="1201630" cy="1999619"/>
            </a:xfrm>
            <a:prstGeom prst="rect">
              <a:avLst/>
            </a:prstGeom>
            <a:ln w="76200" cmpd="dbl">
              <a:solidFill>
                <a:srgbClr val="009644"/>
              </a:solidFill>
              <a:prstDash val="sysDot"/>
            </a:ln>
          </p:spPr>
        </p:pic>
        <p:pic>
          <p:nvPicPr>
            <p:cNvPr id="18" name="17 Imagen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32" t="8373" r="10800" b="30078"/>
            <a:stretch/>
          </p:blipFill>
          <p:spPr>
            <a:xfrm>
              <a:off x="282948" y="2408436"/>
              <a:ext cx="1280251" cy="1943852"/>
            </a:xfrm>
            <a:prstGeom prst="rect">
              <a:avLst/>
            </a:prstGeom>
            <a:ln w="76200" cmpd="dbl">
              <a:solidFill>
                <a:srgbClr val="009644"/>
              </a:solidFill>
              <a:prstDash val="sysDot"/>
            </a:ln>
          </p:spPr>
        </p:pic>
      </p:grpSp>
    </p:spTree>
    <p:extLst>
      <p:ext uri="{BB962C8B-B14F-4D97-AF65-F5344CB8AC3E}">
        <p14:creationId xmlns:p14="http://schemas.microsoft.com/office/powerpoint/2010/main" val="137864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/>
          <p:cNvGrpSpPr/>
          <p:nvPr/>
        </p:nvGrpSpPr>
        <p:grpSpPr>
          <a:xfrm>
            <a:off x="1" y="86685"/>
            <a:ext cx="7200899" cy="7103897"/>
            <a:chOff x="1" y="86685"/>
            <a:chExt cx="7200899" cy="7103897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5" t="24802" r="8642" b="25187"/>
            <a:stretch/>
          </p:blipFill>
          <p:spPr bwMode="auto">
            <a:xfrm>
              <a:off x="2986628" y="194105"/>
              <a:ext cx="1681294" cy="810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7 Imagen" descr="Imagen relacionada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0" y="194105"/>
              <a:ext cx="1360951" cy="1046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41" t="8914" r="26154" b="-1958"/>
            <a:stretch/>
          </p:blipFill>
          <p:spPr bwMode="auto">
            <a:xfrm>
              <a:off x="5415052" y="2352667"/>
              <a:ext cx="1541763" cy="1999619"/>
            </a:xfrm>
            <a:prstGeom prst="rect">
              <a:avLst/>
            </a:prstGeom>
            <a:ln w="76200" cap="sq" cmpd="dbl">
              <a:solidFill>
                <a:srgbClr val="006C31"/>
              </a:solidFill>
              <a:prstDash val="sysDot"/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6" name="5 Imagen" descr="C:\Users\Eustolia\Documents\ITSLibres verde.jpg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8940" y="86685"/>
              <a:ext cx="890111" cy="10357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1 CuadroTexto"/>
            <p:cNvSpPr txBox="1"/>
            <p:nvPr/>
          </p:nvSpPr>
          <p:spPr>
            <a:xfrm>
              <a:off x="216074" y="1486272"/>
              <a:ext cx="6832710" cy="36493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sz="1800" dirty="0">
                  <a:latin typeface="Arial Black" pitchFamily="34" charset="0"/>
                </a:rPr>
                <a:t>INSTITUTO TECNOLÓGICO SUPERIOR DE LIBRES</a:t>
              </a:r>
            </a:p>
          </p:txBody>
        </p:sp>
        <p:sp>
          <p:nvSpPr>
            <p:cNvPr id="3" name="2 CuadroTexto"/>
            <p:cNvSpPr txBox="1"/>
            <p:nvPr/>
          </p:nvSpPr>
          <p:spPr>
            <a:xfrm>
              <a:off x="1899261" y="1948713"/>
              <a:ext cx="3288965" cy="355593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Ingeniería en Sistemas Computacionales</a:t>
              </a:r>
              <a:endParaRPr lang="es-MX" b="1" dirty="0">
                <a:solidFill>
                  <a:srgbClr val="022FAE"/>
                </a:solidFill>
                <a:latin typeface="Bahnschrift Condensed" pitchFamily="34" charset="0"/>
              </a:endParaRP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1984321" y="5490661"/>
              <a:ext cx="3288965" cy="355593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latin typeface="Bahnschrift Condensed" pitchFamily="34" charset="0"/>
                </a:rPr>
                <a:t>Equipo:</a:t>
              </a: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651723" y="5793094"/>
              <a:ext cx="5954162" cy="674291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s-MX" sz="3800" b="1" cap="all" dirty="0" smtClean="0">
                  <a:ln w="0"/>
                  <a:solidFill>
                    <a:srgbClr val="009644"/>
                  </a:solidFill>
                  <a:effectLst>
                    <a:reflection blurRad="12700" stA="50000" endPos="50000" dist="5000" dir="5400000" sy="-100000" rotWithShape="0"/>
                  </a:effectLst>
                  <a:latin typeface="Cooper Black" panose="0208090404030B020404" pitchFamily="18" charset="0"/>
                </a:rPr>
                <a:t>COYOTITOS </a:t>
              </a:r>
              <a:r>
                <a:rPr lang="es-MX" sz="3800" b="1" cap="all" dirty="0" err="1" smtClean="0">
                  <a:ln w="0"/>
                  <a:solidFill>
                    <a:srgbClr val="009644"/>
                  </a:solidFill>
                  <a:effectLst>
                    <a:reflection blurRad="12700" stA="50000" endPos="50000" dist="5000" dir="5400000" sy="-100000" rotWithShape="0"/>
                  </a:effectLst>
                  <a:latin typeface="Cooper Black" panose="0208090404030B020404" pitchFamily="18" charset="0"/>
                </a:rPr>
                <a:t>itsl</a:t>
              </a:r>
              <a:endParaRPr lang="es-MX" sz="3800" b="1" cap="all" dirty="0">
                <a:ln w="0"/>
                <a:solidFill>
                  <a:srgbClr val="009644"/>
                </a:solidFill>
                <a:effectLst>
                  <a:reflection blurRad="12700" stA="50000" endPos="50000" dist="5000" dir="5400000" sy="-100000" rotWithShape="0"/>
                </a:effectLst>
                <a:latin typeface="Cooper Black" panose="0208090404030B020404" pitchFamily="18" charset="0"/>
              </a:endParaRP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151851" y="4472750"/>
              <a:ext cx="1542448" cy="611157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José Antonio Juárez Landeros</a:t>
              </a:r>
              <a:endParaRPr lang="es-MX" b="1" dirty="0" smtClean="0">
                <a:solidFill>
                  <a:srgbClr val="009644"/>
                </a:solidFill>
                <a:latin typeface="Bahnschrift Condensed" pitchFamily="34" charset="0"/>
              </a:endParaRPr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1906252" y="4472750"/>
              <a:ext cx="1542448" cy="611157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Roberto Medel Amador</a:t>
              </a:r>
              <a:endParaRPr lang="es-MX" b="1" dirty="0" smtClean="0">
                <a:solidFill>
                  <a:srgbClr val="009644"/>
                </a:solidFill>
                <a:latin typeface="Bahnschrift Condensed" pitchFamily="34" charset="0"/>
              </a:endParaRP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5415052" y="4472748"/>
              <a:ext cx="1542448" cy="890898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Angelina Leal Alvarado</a:t>
              </a:r>
            </a:p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Coach</a:t>
              </a: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3660652" y="4472750"/>
              <a:ext cx="1542448" cy="611157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09644"/>
                  </a:solidFill>
                  <a:latin typeface="Bahnschrift Condensed" pitchFamily="34" charset="0"/>
                </a:rPr>
                <a:t>Monserrat Merino Sánchez</a:t>
              </a:r>
              <a:endParaRPr lang="es-MX" b="1" dirty="0" smtClean="0">
                <a:solidFill>
                  <a:srgbClr val="009644"/>
                </a:solidFill>
                <a:latin typeface="Bahnschrift Condensed" pitchFamily="34" charset="0"/>
              </a:endParaRPr>
            </a:p>
          </p:txBody>
        </p:sp>
        <p:sp>
          <p:nvSpPr>
            <p:cNvPr id="19" name="18 Triángulo rectángulo"/>
            <p:cNvSpPr/>
            <p:nvPr/>
          </p:nvSpPr>
          <p:spPr>
            <a:xfrm>
              <a:off x="1" y="5835776"/>
              <a:ext cx="1674349" cy="1354806"/>
            </a:xfrm>
            <a:prstGeom prst="rtTriangle">
              <a:avLst/>
            </a:prstGeom>
            <a:solidFill>
              <a:srgbClr val="0096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7086" tIns="43543" rIns="87086" bIns="43543" rtlCol="0" anchor="ctr"/>
            <a:lstStyle/>
            <a:p>
              <a:pPr algn="ctr"/>
              <a:endParaRPr lang="es-MX"/>
            </a:p>
          </p:txBody>
        </p:sp>
        <p:sp>
          <p:nvSpPr>
            <p:cNvPr id="21" name="20 Triángulo rectángulo"/>
            <p:cNvSpPr/>
            <p:nvPr/>
          </p:nvSpPr>
          <p:spPr>
            <a:xfrm flipH="1">
              <a:off x="5526551" y="5835776"/>
              <a:ext cx="1674349" cy="1354806"/>
            </a:xfrm>
            <a:prstGeom prst="rtTriangle">
              <a:avLst/>
            </a:prstGeom>
            <a:solidFill>
              <a:srgbClr val="00964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7086" tIns="43543" rIns="87086" bIns="43543" rtlCol="0" anchor="ctr"/>
            <a:lstStyle/>
            <a:p>
              <a:pPr algn="ctr"/>
              <a:endParaRPr lang="es-MX"/>
            </a:p>
          </p:txBody>
        </p:sp>
        <p:pic>
          <p:nvPicPr>
            <p:cNvPr id="5" name="Imagen 4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040"/>
            <a:stretch/>
          </p:blipFill>
          <p:spPr>
            <a:xfrm>
              <a:off x="3732927" y="2353657"/>
              <a:ext cx="1451699" cy="1998629"/>
            </a:xfrm>
            <a:prstGeom prst="rect">
              <a:avLst/>
            </a:prstGeom>
            <a:ln w="76200" cap="flat" cmpd="dbl">
              <a:solidFill>
                <a:srgbClr val="006C31"/>
              </a:solidFill>
              <a:prstDash val="sysDot"/>
              <a:bevel/>
            </a:ln>
          </p:spPr>
        </p:pic>
        <p:pic>
          <p:nvPicPr>
            <p:cNvPr id="17" name="Imagen 16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647"/>
            <a:stretch/>
          </p:blipFill>
          <p:spPr>
            <a:xfrm>
              <a:off x="1979003" y="2352667"/>
              <a:ext cx="1549439" cy="1999619"/>
            </a:xfrm>
            <a:prstGeom prst="rect">
              <a:avLst/>
            </a:prstGeom>
            <a:ln w="76200" cap="flat" cmpd="dbl">
              <a:solidFill>
                <a:srgbClr val="006C31"/>
              </a:solidFill>
              <a:prstDash val="sysDot"/>
              <a:bevel/>
            </a:ln>
          </p:spPr>
        </p:pic>
        <p:pic>
          <p:nvPicPr>
            <p:cNvPr id="20" name="Imagen 19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200" y="2304305"/>
              <a:ext cx="1557020" cy="2047981"/>
            </a:xfrm>
            <a:prstGeom prst="rect">
              <a:avLst/>
            </a:prstGeom>
            <a:ln w="76200" cap="flat" cmpd="dbl">
              <a:solidFill>
                <a:srgbClr val="006C31"/>
              </a:solidFill>
              <a:prstDash val="sysDot"/>
              <a:bevel/>
            </a:ln>
          </p:spPr>
        </p:pic>
      </p:grpSp>
    </p:spTree>
    <p:extLst>
      <p:ext uri="{BB962C8B-B14F-4D97-AF65-F5344CB8AC3E}">
        <p14:creationId xmlns:p14="http://schemas.microsoft.com/office/powerpoint/2010/main" val="363819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17 Grupo"/>
          <p:cNvGrpSpPr/>
          <p:nvPr/>
        </p:nvGrpSpPr>
        <p:grpSpPr>
          <a:xfrm>
            <a:off x="1" y="86685"/>
            <a:ext cx="7200899" cy="7103897"/>
            <a:chOff x="1" y="86685"/>
            <a:chExt cx="7200899" cy="7103897"/>
          </a:xfrm>
        </p:grpSpPr>
        <p:pic>
          <p:nvPicPr>
            <p:cNvPr id="12" name="Picture 2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75" t="24802" r="8642" b="25187"/>
            <a:stretch/>
          </p:blipFill>
          <p:spPr bwMode="auto">
            <a:xfrm>
              <a:off x="2830488" y="183961"/>
              <a:ext cx="1681294" cy="810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7 Imagen" descr="Imagen relacionada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0" y="194105"/>
              <a:ext cx="1360951" cy="10466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41" t="8914" r="26154" b="-1958"/>
            <a:stretch/>
          </p:blipFill>
          <p:spPr bwMode="auto">
            <a:xfrm>
              <a:off x="5415052" y="2352667"/>
              <a:ext cx="1541763" cy="1999619"/>
            </a:xfrm>
            <a:prstGeom prst="rect">
              <a:avLst/>
            </a:prstGeom>
            <a:ln w="76200" cap="sq" cmpd="dbl">
              <a:solidFill>
                <a:srgbClr val="022FAE"/>
              </a:solidFill>
              <a:prstDash val="sysDot"/>
              <a:miter lim="800000"/>
            </a:ln>
            <a:effectLst>
              <a:outerShdw blurRad="57150" dist="50800" dir="2700000" algn="tl" rotWithShape="0">
                <a:srgbClr val="000000">
                  <a:alpha val="4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6" name="5 Imagen" descr="C:\Users\Eustolia\Documents\ITSLibres verde.jpg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8940" y="86685"/>
              <a:ext cx="890111" cy="10357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1 CuadroTexto"/>
            <p:cNvSpPr txBox="1"/>
            <p:nvPr/>
          </p:nvSpPr>
          <p:spPr>
            <a:xfrm>
              <a:off x="178658" y="1291299"/>
              <a:ext cx="6832710" cy="36493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sz="1800" dirty="0">
                  <a:latin typeface="Arial Black" pitchFamily="34" charset="0"/>
                </a:rPr>
                <a:t>INSTITUTO TECNOLÓGICO SUPERIOR DE LIBRES</a:t>
              </a:r>
            </a:p>
          </p:txBody>
        </p:sp>
        <p:sp>
          <p:nvSpPr>
            <p:cNvPr id="3" name="2 CuadroTexto"/>
            <p:cNvSpPr txBox="1"/>
            <p:nvPr/>
          </p:nvSpPr>
          <p:spPr>
            <a:xfrm>
              <a:off x="1899261" y="1752314"/>
              <a:ext cx="3288965" cy="355593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Ingeniería en Sistemas Computacionales</a:t>
              </a:r>
              <a:endParaRPr lang="es-MX" b="1" dirty="0">
                <a:solidFill>
                  <a:srgbClr val="022FAE"/>
                </a:solidFill>
                <a:latin typeface="Bahnschrift Condensed" pitchFamily="34" charset="0"/>
              </a:endParaRPr>
            </a:p>
          </p:txBody>
        </p:sp>
        <p:sp>
          <p:nvSpPr>
            <p:cNvPr id="11" name="10 CuadroTexto"/>
            <p:cNvSpPr txBox="1"/>
            <p:nvPr/>
          </p:nvSpPr>
          <p:spPr>
            <a:xfrm>
              <a:off x="1984321" y="5490661"/>
              <a:ext cx="3288965" cy="355593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latin typeface="Bahnschrift Condensed" pitchFamily="34" charset="0"/>
                </a:rPr>
                <a:t>Equipo:</a:t>
              </a:r>
            </a:p>
          </p:txBody>
        </p:sp>
        <p:sp>
          <p:nvSpPr>
            <p:cNvPr id="7" name="6 CuadroTexto"/>
            <p:cNvSpPr txBox="1"/>
            <p:nvPr/>
          </p:nvSpPr>
          <p:spPr>
            <a:xfrm>
              <a:off x="651723" y="5793094"/>
              <a:ext cx="5954162" cy="674291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  <a:scene3d>
                <a:camera prst="orthographicFront">
                  <a:rot lat="0" lon="0" rev="0"/>
                </a:camera>
                <a:lightRig rig="contrasting" dir="t">
                  <a:rot lat="0" lon="0" rev="4500000"/>
                </a:lightRig>
              </a:scene3d>
              <a:sp3d contourW="6350" prstMaterial="metal">
                <a:bevelT w="127000" h="31750" prst="relaxedInset"/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es-MX" sz="3800" b="1" cap="all" dirty="0" err="1">
                  <a:ln w="0"/>
                  <a:solidFill>
                    <a:srgbClr val="022FAE"/>
                  </a:solidFill>
                  <a:effectLst>
                    <a:reflection blurRad="12700" stA="50000" endPos="50000" dist="5000" dir="5400000" sy="-100000" rotWithShape="0"/>
                  </a:effectLst>
                  <a:latin typeface="Snap ITC" pitchFamily="82" charset="0"/>
                </a:rPr>
                <a:t>zamesta</a:t>
              </a:r>
              <a:r>
                <a:rPr lang="es-MX" sz="3800" b="1" cap="all" dirty="0">
                  <a:ln w="0"/>
                  <a:solidFill>
                    <a:srgbClr val="022FAE"/>
                  </a:solidFill>
                  <a:effectLst>
                    <a:reflection blurRad="12700" stA="50000" endPos="50000" dist="5000" dir="5400000" sy="-100000" rotWithShape="0"/>
                  </a:effectLst>
                  <a:latin typeface="Snap ITC" pitchFamily="82" charset="0"/>
                </a:rPr>
                <a:t> real</a:t>
              </a: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151851" y="4472750"/>
              <a:ext cx="1542448" cy="62324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err="1" smtClean="0">
                  <a:solidFill>
                    <a:srgbClr val="022FAE"/>
                  </a:solidFill>
                  <a:latin typeface="Bahnschrift Condensed" pitchFamily="34" charset="0"/>
                </a:rPr>
                <a:t>Nayeli</a:t>
              </a:r>
              <a:r>
                <a:rPr lang="es-MX" b="1" dirty="0">
                  <a:solidFill>
                    <a:srgbClr val="022FAE"/>
                  </a:solidFill>
                  <a:latin typeface="Bahnschrift Condensed" pitchFamily="34" charset="0"/>
                </a:rPr>
                <a:t> </a:t>
              </a:r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Leal Rodríguez</a:t>
              </a:r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1906252" y="4472750"/>
              <a:ext cx="1542448" cy="62324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José Iván Díaz Vázquez</a:t>
              </a: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5415052" y="4472748"/>
              <a:ext cx="1542448" cy="890898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>
                  <a:solidFill>
                    <a:srgbClr val="022FAE"/>
                  </a:solidFill>
                  <a:latin typeface="Bahnschrift Condensed" pitchFamily="34" charset="0"/>
                </a:rPr>
                <a:t>Angelina Leal Alvarado</a:t>
              </a:r>
            </a:p>
            <a:p>
              <a:pPr algn="ctr"/>
              <a:r>
                <a:rPr lang="es-MX" b="1" dirty="0">
                  <a:solidFill>
                    <a:srgbClr val="022FAE"/>
                  </a:solidFill>
                  <a:latin typeface="Bahnschrift Condensed" pitchFamily="34" charset="0"/>
                </a:rPr>
                <a:t>Coach</a:t>
              </a: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3660652" y="4472750"/>
              <a:ext cx="1542448" cy="623245"/>
            </a:xfrm>
            <a:prstGeom prst="rect">
              <a:avLst/>
            </a:prstGeom>
            <a:noFill/>
          </p:spPr>
          <p:txBody>
            <a:bodyPr wrap="square" lIns="87086" tIns="43543" rIns="87086" bIns="43543" rtlCol="0">
              <a:spAutoFit/>
            </a:bodyPr>
            <a:lstStyle/>
            <a:p>
              <a:pPr algn="ctr"/>
              <a:r>
                <a:rPr lang="es-MX" b="1" dirty="0" smtClean="0">
                  <a:solidFill>
                    <a:srgbClr val="022FAE"/>
                  </a:solidFill>
                  <a:latin typeface="Bahnschrift Condensed" pitchFamily="34" charset="0"/>
                </a:rPr>
                <a:t>Carlos Eduardo Cruz Méndez</a:t>
              </a:r>
            </a:p>
          </p:txBody>
        </p:sp>
        <p:sp>
          <p:nvSpPr>
            <p:cNvPr id="19" name="18 Triángulo rectángulo"/>
            <p:cNvSpPr/>
            <p:nvPr/>
          </p:nvSpPr>
          <p:spPr>
            <a:xfrm>
              <a:off x="1" y="5835776"/>
              <a:ext cx="1674349" cy="1354806"/>
            </a:xfrm>
            <a:prstGeom prst="rtTriangle">
              <a:avLst/>
            </a:prstGeom>
            <a:solidFill>
              <a:srgbClr val="022FAE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7086" tIns="43543" rIns="87086" bIns="43543" rtlCol="0" anchor="ctr"/>
            <a:lstStyle/>
            <a:p>
              <a:pPr algn="ctr"/>
              <a:endParaRPr lang="es-MX"/>
            </a:p>
          </p:txBody>
        </p:sp>
        <p:sp>
          <p:nvSpPr>
            <p:cNvPr id="21" name="20 Triángulo rectángulo"/>
            <p:cNvSpPr/>
            <p:nvPr/>
          </p:nvSpPr>
          <p:spPr>
            <a:xfrm flipH="1">
              <a:off x="5526551" y="5835776"/>
              <a:ext cx="1674349" cy="1354806"/>
            </a:xfrm>
            <a:prstGeom prst="rtTriangle">
              <a:avLst/>
            </a:prstGeom>
            <a:solidFill>
              <a:srgbClr val="022FAE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87086" tIns="43543" rIns="87086" bIns="43543" rtlCol="0" anchor="ctr"/>
            <a:lstStyle/>
            <a:p>
              <a:pPr algn="ctr"/>
              <a:endParaRPr lang="es-MX"/>
            </a:p>
          </p:txBody>
        </p:sp>
        <p:pic>
          <p:nvPicPr>
            <p:cNvPr id="9" name="8 Imagen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1231"/>
            <a:stretch/>
          </p:blipFill>
          <p:spPr>
            <a:xfrm>
              <a:off x="371773" y="2307630"/>
              <a:ext cx="1414075" cy="2053917"/>
            </a:xfrm>
            <a:prstGeom prst="rect">
              <a:avLst/>
            </a:prstGeom>
            <a:ln w="76200" cmpd="dbl">
              <a:solidFill>
                <a:srgbClr val="022FAE"/>
              </a:solidFill>
              <a:prstDash val="sysDot"/>
            </a:ln>
          </p:spPr>
        </p:pic>
        <p:pic>
          <p:nvPicPr>
            <p:cNvPr id="10" name="9 Imagen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868" b="23750"/>
            <a:stretch/>
          </p:blipFill>
          <p:spPr>
            <a:xfrm>
              <a:off x="1984322" y="2307629"/>
              <a:ext cx="1464378" cy="2053917"/>
            </a:xfrm>
            <a:prstGeom prst="rect">
              <a:avLst/>
            </a:prstGeom>
            <a:ln w="76200" cmpd="dbl">
              <a:solidFill>
                <a:srgbClr val="022FAE"/>
              </a:solidFill>
              <a:prstDash val="sysDot"/>
            </a:ln>
          </p:spPr>
        </p:pic>
        <p:pic>
          <p:nvPicPr>
            <p:cNvPr id="17" name="16 Imagen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60652" y="2330730"/>
              <a:ext cx="1527575" cy="2036767"/>
            </a:xfrm>
            <a:prstGeom prst="rect">
              <a:avLst/>
            </a:prstGeom>
            <a:ln w="76200" cmpd="dbl">
              <a:solidFill>
                <a:srgbClr val="022FAE"/>
              </a:solidFill>
              <a:prstDash val="sysDot"/>
            </a:ln>
          </p:spPr>
        </p:pic>
      </p:grpSp>
    </p:spTree>
    <p:extLst>
      <p:ext uri="{BB962C8B-B14F-4D97-AF65-F5344CB8AC3E}">
        <p14:creationId xmlns:p14="http://schemas.microsoft.com/office/powerpoint/2010/main" val="391256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0150" y="1"/>
            <a:ext cx="9601200" cy="720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9115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0150" y="1"/>
            <a:ext cx="9601200" cy="720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52260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533</TotalTime>
  <Words>111</Words>
  <Application>Microsoft Office PowerPoint</Application>
  <PresentationFormat>Personalizado</PresentationFormat>
  <Paragraphs>36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Bahnschrift Condensed</vt:lpstr>
      <vt:lpstr>Calibri</vt:lpstr>
      <vt:lpstr>Cooper Black</vt:lpstr>
      <vt:lpstr>Snap ITC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24</cp:revision>
  <dcterms:created xsi:type="dcterms:W3CDTF">2022-10-16T04:14:29Z</dcterms:created>
  <dcterms:modified xsi:type="dcterms:W3CDTF">2024-10-02T17:34:09Z</dcterms:modified>
</cp:coreProperties>
</file>